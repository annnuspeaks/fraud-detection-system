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ECD6-7498-49C3-A6F2-C6987FC1C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EB94D4-143B-224F-421C-6F2C935AD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F08E2-66A3-AEE1-0464-983C3F7A4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D2C-3994-4800-AC87-255A85B8C77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77335-FD4A-44D7-0167-7D7750C1D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B0A45-821A-33ED-A7B6-049D794D5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8E9A1-8710-4E64-9C5B-D2484BE19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490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DF6FA-169D-8E70-52C6-DD65D1C99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6AD87-EA3A-37F1-9553-91C0CD502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F3132-5256-18C4-F524-C3D1D1061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D2C-3994-4800-AC87-255A85B8C77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15C24-8658-C230-7BB4-1C7886523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5CCED-EEAF-5AD5-8803-5ECE93C7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8E9A1-8710-4E64-9C5B-D2484BE19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77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E8B57-14D1-1A64-5492-486332B8A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C5ED8-BEB4-0C95-8163-608BB06A0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D2774-9A59-FC4C-CB43-667D2AF10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D2C-3994-4800-AC87-255A85B8C77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BDA3B-4EFA-9A73-EDFE-EA1843EB4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4E542-453D-E2BB-D757-3048ABE1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8E9A1-8710-4E64-9C5B-D2484BE19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236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1AA23-2142-84FB-0D9A-5BCA82F06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F4601-ABD5-206F-4B34-8689DA8B8A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16B51-34E6-BEFA-9117-E4998D5CD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E0F02-3364-AEE8-2A8E-FB8827317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D2C-3994-4800-AC87-255A85B8C77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C70C6-C9F2-CEA7-BBFD-3EFF61451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3E335-B626-897C-6482-B811E7A3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8E9A1-8710-4E64-9C5B-D2484BE19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135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E94C3-8792-2124-22D4-F8C3EA183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B60BF-02E6-9C4D-05D5-8630E4EE5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908DE-1042-FE1C-8988-9D00008C9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4F0120-CAEE-D1CF-26A5-4CAB7A9AAB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68ADDF-0B6C-C4F5-AEA7-29295043BF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EF0670-F8ED-C94C-AD7A-0D8757120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D2C-3994-4800-AC87-255A85B8C77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D88DCC-B72B-E3B1-4B2C-2FD828FC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13E547-E1EE-6AD8-3DED-004A6860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8E9A1-8710-4E64-9C5B-D2484BE19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96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A3821-C640-B520-6EC1-6A6F24E83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9FD5F7-E1EB-EDDF-4521-E86A95460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D2C-3994-4800-AC87-255A85B8C77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EB617-C2F1-AC9C-427F-08FE0F0AF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85E09-DDFA-41F2-3BE7-3455EDBBD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8E9A1-8710-4E64-9C5B-D2484BE19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282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B50FD1-B0EB-1416-8E46-E68F956B6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D2C-3994-4800-AC87-255A85B8C77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7D1A53-06AD-F6EB-9B31-6F84EE3EB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7AAE9-7E94-F5A5-00F8-0EF616DD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8E9A1-8710-4E64-9C5B-D2484BE19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611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C568B-956B-2399-AAB3-B3C14F47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AE362-F9B8-391F-23C1-9FFCE8BA9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BB614-709B-B8F8-9758-9A8606825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EF1605-7D51-BE9C-E3BF-80E28C923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D2C-3994-4800-AC87-255A85B8C77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D0658-D3BC-0398-B4EB-F27B4BDD9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586ED-1D58-CD2A-C252-4E694C83C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8E9A1-8710-4E64-9C5B-D2484BE19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06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C88C-DBB3-1B38-7378-58FEC77CD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F80387-6C67-E769-1821-E73D3F9C53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E1C27-D8E1-2AD8-7C5C-40443C40B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85CC4-326B-BE9F-374B-57A4DF9AB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D2C-3994-4800-AC87-255A85B8C77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C0F3C-DD58-2F99-4E8C-11EC7A751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64A5F-6BB0-1630-9ED0-56C2DEEBF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8E9A1-8710-4E64-9C5B-D2484BE19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306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B87C-635C-4851-B33E-808E9A12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BA3D54-0A4B-8C88-B26E-A87C8A8BF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B1E0D-680F-63FA-A6A3-6202B468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D2C-3994-4800-AC87-255A85B8C77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A9C13-5AE1-8BDE-02DE-EEC311A2D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97163-7DFC-E29A-6031-600E7B6DF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8E9A1-8710-4E64-9C5B-D2484BE19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663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9E9C65-F68F-BE1A-DDEE-E09D702C99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37AC6-987B-E933-797E-EE9C548AA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2D3E3-7CCB-33B6-2A0B-C43473D9C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D2C-3994-4800-AC87-255A85B8C77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421C2-B63A-51C2-AB76-944D3C164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1EC86-089A-6D7B-C59F-7E19910C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8E9A1-8710-4E64-9C5B-D2484BE19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804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2A4DCC-4A3F-C304-12F0-ABE136C82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9CD16-EA9E-D532-82A3-8F48F5515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4FC49-6CF0-757B-AD37-5A145ACAD4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F5D2C-3994-4800-AC87-255A85B8C77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530CA-248D-1DE5-C4EE-3C3FEC65E5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3699B-2F2B-7DE6-A454-599A29D1E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8E9A1-8710-4E64-9C5B-D2484BE19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552A14D-0ACF-975C-596D-636A5F8D0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4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EB355-0F55-7231-04F7-F223B299F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B57CC7-B258-EA34-AD49-5879DEBCC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7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E20B5-A10F-CC51-F2F4-0FC36EE1D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940064-2ACC-3557-8164-131DEEE1C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7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C8323-6E64-C876-BCDD-B242776CB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4145CC-C27F-82A6-44B2-92F6715E8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6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EE61B-17C5-5913-C7DF-C8E5A3580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D07E15-D117-8D2C-B96B-29C945169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43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68223-BC96-A5ED-ECDF-246A2BF8C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E7846E-E0EB-21D4-0307-D721DD6FB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152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884CE-A1B3-D242-18FC-4D79D6194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F854F-547C-DB90-DBFC-102CF3B7B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80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D919-3FA5-8B8C-DE96-293A1F78B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A35871-1DAD-C0EB-AF77-DB4D1FB63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29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08403-6E09-9FCE-D691-3071A3B4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A8BFAF-DF28-875E-3082-B3507D2AF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9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 Anurag Shukla</dc:creator>
  <cp:lastModifiedBy>The Anurag Shukla</cp:lastModifiedBy>
  <cp:revision>2</cp:revision>
  <dcterms:created xsi:type="dcterms:W3CDTF">2026-08-07T11:46:50Z</dcterms:created>
  <dcterms:modified xsi:type="dcterms:W3CDTF">2026-08-07T11:49:16Z</dcterms:modified>
</cp:coreProperties>
</file>